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1B237-C21A-8F0B-96DA-81180A03BE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46FFA4-A7A3-8FA9-1894-71EF0E632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E5F46-8260-864D-F7C8-7A21CE6CA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51A31-1517-4AB2-A407-77E061783C13}" type="datetimeFigureOut">
              <a:rPr lang="en-IE" smtClean="0"/>
              <a:t>31/05/2024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00E57-0DDC-856C-4E4D-601710652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6DE2B-72DA-0242-316E-07AB8A3D0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3CB4C-2D5B-4313-84BB-32FD80A4599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94275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C8810-14B1-5B4F-7A2B-C551F0859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DF679-44FD-039E-1DC4-08917267E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FE0D2-682A-783E-6B06-1FE4660CA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51A31-1517-4AB2-A407-77E061783C13}" type="datetimeFigureOut">
              <a:rPr lang="en-IE" smtClean="0"/>
              <a:t>31/05/2024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968DD-BAD7-A393-C764-2C0ADC0A0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9F5DD-08E0-4A8F-3FBA-667AE07B8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3CB4C-2D5B-4313-84BB-32FD80A4599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8678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63882-40FE-7340-7979-67D7F933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B93EE-4483-5533-EB47-B1C7ECB1B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F5E51-3292-3C58-3C1B-E44A65E1C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51A31-1517-4AB2-A407-77E061783C13}" type="datetimeFigureOut">
              <a:rPr lang="en-IE" smtClean="0"/>
              <a:t>31/05/2024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98BED-6026-43FE-16CE-71B324820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F2476-0DDF-68EF-7235-EBF523945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3CB4C-2D5B-4313-84BB-32FD80A4599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68099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6698C-DF51-3038-8D96-9FE47C2BA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FE532-CBF3-E412-2CD0-81187DE53A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822BD7-1D9C-0AB4-48A8-4E45FFCE2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9DF3E3-92CC-4D0C-DC7C-DF3B54B5D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51A31-1517-4AB2-A407-77E061783C13}" type="datetimeFigureOut">
              <a:rPr lang="en-IE" smtClean="0"/>
              <a:t>31/05/2024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A6F321-8DD7-BF02-B00D-3847CE65B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36C477-AD8A-91B8-3B28-DD78F82AF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3CB4C-2D5B-4313-84BB-32FD80A4599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26835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275BD-774F-4F81-2C7A-52F176EE4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FE57BF-0E1F-FAAC-2656-CFAAF0565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39D5E6-195C-5BE2-AE8C-E9C995B664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E31A94-0CEB-01B9-4E61-5264145E07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32C474-E38A-0C02-F3B1-28335A9020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EC3D80-FC03-EEF6-FD11-498283522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51A31-1517-4AB2-A407-77E061783C13}" type="datetimeFigureOut">
              <a:rPr lang="en-IE" smtClean="0"/>
              <a:t>31/05/2024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FFA434-26E7-9E7C-C72C-E8552CC4F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B95785-ABE7-C986-C6B2-2F84BF48A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3CB4C-2D5B-4313-84BB-32FD80A4599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07432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BF1A5-DE18-7E7A-37F2-FF7618FE8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95643A-D95A-346D-48F3-10D3215AA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51A31-1517-4AB2-A407-77E061783C13}" type="datetimeFigureOut">
              <a:rPr lang="en-IE" smtClean="0"/>
              <a:t>31/05/2024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83A53A-B3C2-1DA4-48E2-85436116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25860A-2A95-7616-1ACC-7F5AE5CBD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3CB4C-2D5B-4313-84BB-32FD80A4599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98321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E35968-E20C-AE9B-2733-0E974DF9D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51A31-1517-4AB2-A407-77E061783C13}" type="datetimeFigureOut">
              <a:rPr lang="en-IE" smtClean="0"/>
              <a:t>31/05/2024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18DF80-1A43-3C1D-0B8A-C34790125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2A541-BE45-AF47-C494-F295AAFBB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3CB4C-2D5B-4313-84BB-32FD80A4599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24608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7A32-004C-3B54-08F0-A6D882053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64BC9-B848-4D28-5791-4B6FEE8A1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39EA35-5AA1-04D9-93E1-8ACF0AF5E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DA87C1-2F26-FB4E-4A69-DF11524AA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51A31-1517-4AB2-A407-77E061783C13}" type="datetimeFigureOut">
              <a:rPr lang="en-IE" smtClean="0"/>
              <a:t>31/05/2024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EA24A-F19E-21A5-33A9-68EE5D0B9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509201-09EA-96C9-A876-D7C274281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3CB4C-2D5B-4313-84BB-32FD80A4599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96077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BDEA0-281E-F8F5-36F7-D4C5DFFCD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21C77F-89B2-8E9A-1830-B45C0887C8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A6002-8961-CA15-FF78-CAC624046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F1EA5-A8E1-BC7E-8174-66CF6EE8D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51A31-1517-4AB2-A407-77E061783C13}" type="datetimeFigureOut">
              <a:rPr lang="en-IE" smtClean="0"/>
              <a:t>31/05/2024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CA20B6-6E85-F955-7ED6-B637BC8E0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6B072-56F0-703E-D5FC-75B39B0C0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3CB4C-2D5B-4313-84BB-32FD80A4599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69421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30773-BF09-BF2F-B90F-55E56C20C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F4F67E-08E1-48C4-1C52-A76DAD241C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06D21-A491-642B-9885-7F4921B8F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51A31-1517-4AB2-A407-77E061783C13}" type="datetimeFigureOut">
              <a:rPr lang="en-IE" smtClean="0"/>
              <a:t>31/05/2024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C4CA6-5C43-AF7C-E94F-7F6DDE70C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46815-9E0A-3D58-DD23-9B2BEA232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3CB4C-2D5B-4313-84BB-32FD80A4599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43318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96C2E6-153B-C63E-4A01-E4575A614A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F5B580-3E1A-07C4-A184-67667D105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42276-059D-9A6C-FF56-E34AA4BF6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51A31-1517-4AB2-A407-77E061783C13}" type="datetimeFigureOut">
              <a:rPr lang="en-IE" smtClean="0"/>
              <a:t>31/05/2024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E608B-F24A-CBDB-4E3D-1B60834CA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3BDAB-0AB8-03CA-828D-42F83843B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3CB4C-2D5B-4313-84BB-32FD80A4599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72404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953230-B24D-E0F4-79F9-D6D0BD413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A62AC-420B-C40E-4477-55CD4F4B2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1D68E-07F0-4A0F-57C3-6487243F03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151A31-1517-4AB2-A407-77E061783C13}" type="datetimeFigureOut">
              <a:rPr lang="en-IE" smtClean="0"/>
              <a:t>31/05/2024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038F4-8B7B-40BB-F7D3-2ED96A06DF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8E5EA-2989-EFBE-864D-558C6533D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83CB4C-2D5B-4313-84BB-32FD80A4599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53467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13738C-4C0F-881E-2884-038AEBB59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000" y="0"/>
            <a:ext cx="806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791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BC6CA0-4F6F-FD88-77E1-B5E510DAA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762" y="309562"/>
            <a:ext cx="8372475" cy="623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786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2B1F86-AA0D-8DB2-2D84-A444EF9C4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337" y="423862"/>
            <a:ext cx="8315325" cy="601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707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2257B2-7EEC-45B2-41B5-F61C54CD2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575" y="433387"/>
            <a:ext cx="8324850" cy="599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22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F9BA98-D8B0-7676-5C42-DE890562F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762" y="566737"/>
            <a:ext cx="9134475" cy="572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305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6339E5-F908-0B86-D6DD-C94212AB3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050" y="971550"/>
            <a:ext cx="910590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720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ed06422-c515-4a4e-a1f2-e6a0c0200eae}" enabled="1" method="Standard" siteId="{e339bd4b-2e3b-4035-a452-2112d502f2f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Gorren, Martin</dc:creator>
  <cp:lastModifiedBy>Gorren, Martin</cp:lastModifiedBy>
  <cp:revision>1</cp:revision>
  <dcterms:created xsi:type="dcterms:W3CDTF">2024-05-31T21:31:19Z</dcterms:created>
  <dcterms:modified xsi:type="dcterms:W3CDTF">2024-06-03T14:43:36Z</dcterms:modified>
</cp:coreProperties>
</file>